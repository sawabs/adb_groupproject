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9a8d4617b4a38" /><Relationship Type="http://schemas.openxmlformats.org/officeDocument/2006/relationships/extended-properties" Target="/docProps/app.xml" Id="Rf6dd9b7a2ae54a75" /><Relationship Type="http://schemas.openxmlformats.org/officeDocument/2006/relationships/officeDocument" Target="/ppt/presentation.xml" Id="R39fde5b6c1a9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d9265d77d34317"/>
  </p:sldMasterIdLst>
  <p:notesMasterIdLst>
    <p:notesMasterId xmlns:r="http://schemas.openxmlformats.org/officeDocument/2006/relationships" r:id="R774f560c7ce84140"/>
  </p:notesMasterIdLst>
  <p:sldIdLst>
    <p:sldId xmlns:r="http://schemas.openxmlformats.org/officeDocument/2006/relationships" id="256" r:id="Rc79ddc07fb0e45c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9265d77d34317" /><Relationship Type="http://schemas.openxmlformats.org/officeDocument/2006/relationships/theme" Target="/ppt/theme/theme1.xml" Id="R4d45a7de6d1246bf" /><Relationship Type="http://schemas.openxmlformats.org/officeDocument/2006/relationships/notesMaster" Target="/ppt/notesMasters/notesMaster1.xml" Id="R774f560c7ce84140" /><Relationship Type="http://schemas.openxmlformats.org/officeDocument/2006/relationships/presProps" Target="/ppt/presProps.xml" Id="R2de567680a904c77" /><Relationship Type="http://schemas.openxmlformats.org/officeDocument/2006/relationships/viewProps" Target="/ppt/viewProps.xml" Id="R943e99700c174ee2" /><Relationship Type="http://schemas.openxmlformats.org/officeDocument/2006/relationships/tableStyles" Target="/ppt/tableStyles.xml" Id="Raa273097540a4292" /><Relationship Type="http://schemas.openxmlformats.org/officeDocument/2006/relationships/slide" Target="/ppt/slides/slide1.xml" Id="Rc79ddc07fb0e45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4045a275bf8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ae2bd536c34062" /><Relationship Type="http://schemas.openxmlformats.org/officeDocument/2006/relationships/notesMaster" Target="/ppt/notesMasters/notesMaster1.xml" Id="R62ca5f18044940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323a6fe1c45e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417915f6664d68" /><Relationship Type="http://schemas.openxmlformats.org/officeDocument/2006/relationships/slideLayout" Target="/ppt/slideLayouts/slideLayout2.xml" Id="R227082ce061043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7082ce061043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118c1d038f4818" /><Relationship Type="http://schemas.openxmlformats.org/officeDocument/2006/relationships/notesSlide" Target="/ppt/notesSlides/notesSlide1.xml" Id="Rc6ed5f369b214d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4E3476-1C5A-459B-8CFE-F3069686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D8484-7976-48D8-B8E9-0CFE959E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64592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E6F73"/>
                </a:solidFill>
              </a:defRPr>
            </a:pPr>
            <a:r>
              <a:rPr sz="5400" b="1">
                <a:solidFill>
                  <a:srgbClr val="2E6F73"/>
                </a:solidFill>
              </a:rPr>
              <a:t>Test Slide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61D58-803D-497E-A5FD-2435534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6459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F6C7B"/>
                </a:solidFill>
              </a:defRPr>
            </a:pPr>
            <a:r>
              <a:rPr sz="2550">
                <a:solidFill>
                  <a:srgbClr val="5F6C7B"/>
                </a:solidFill>
              </a:rPr>
              <a:t>Artifact tool check</a:t>
            </a:r>
          </a:p>
        </p:txBody>
      </p:sp>
    </p:spTree>
    <p:extLst>
      <p:ext uri="{BB962C8B-B14F-4D97-AF65-F5344CB8AC3E}">
        <p14:creationId xmlns:p14="http://schemas.microsoft.com/office/powerpoint/2010/main" val="843814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2026-04-29T22:54:46.0060000Z</dcterms:created>
  <dcterms:modified xsi:type="dcterms:W3CDTF">2026-04-29T22:54:46.0060000Z</dcterms:modified>
</coreProperties>
</file>